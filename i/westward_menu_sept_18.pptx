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9906000" cy="6858000" type="A4"/>
  <p:notesSz cx="93884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1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43" autoAdjust="0"/>
    <p:restoredTop sz="94276" autoAdjust="0"/>
  </p:normalViewPr>
  <p:slideViewPr>
    <p:cSldViewPr snapToGrid="0" snapToObjects="1">
      <p:cViewPr varScale="1">
        <p:scale>
          <a:sx n="120" d="100"/>
          <a:sy n="120" d="100"/>
        </p:scale>
        <p:origin x="126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8763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8125" y="0"/>
            <a:ext cx="4068763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C9EC1-4495-49ED-9F4D-370C5D31559A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62275" y="887413"/>
            <a:ext cx="3463925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213" y="3417888"/>
            <a:ext cx="7512050" cy="27971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875"/>
            <a:ext cx="4068763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8125" y="6746875"/>
            <a:ext cx="4068763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4157C-CA6F-4D89-BA41-E092422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71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4157C-CA6F-4D89-BA41-E092422607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0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C5F29-DC8F-F24E-BF7F-09F03AE7A1BB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0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8110"/>
            <a:ext cx="9906000" cy="70031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288" y="919563"/>
            <a:ext cx="15372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MONDAY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Roasted Butternut and Thyme  Soup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Served With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Homemade Bread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Mild Chicken Curry, Rice,  Mango Chutney &amp; Raita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Chick Peas  Curry Served With Rice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Plain Pasta / Sweet Potato / Jacket Potato Grated Cheese Or Baked Beans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Fresh Fruit Platter, Yoghurt Granola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8337" y="914263"/>
            <a:ext cx="164357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TUESDAY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Spiced Dahl Soup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Served with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Homemade Bread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Lamb Bolognaise Sauce served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with Pasta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Ricotta and spinach lasagna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 Sweet Potato / Jacket Potato Grated Cheese or Baked Beans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 chocolate brownie,  Fresh Fruit Platter, Yoghurt Bar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45472" y="914263"/>
            <a:ext cx="164357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WEDNESDAY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Broccoli and Bacon Quiche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Roast Topside of Beef   Roast Potato Yorkshire Pudding &amp; Gravy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Vegetable roast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Plain Pasta / Sweet Potato / Jacket Potato Grated Cheese or Baked Beans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Fruit Jelly, Fresh Fruit Platter, Yoghurt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2810" y="914263"/>
            <a:ext cx="164357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THURSDAY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Chicken and vegetable broth served with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Homemade Bread</a:t>
            </a:r>
          </a:p>
          <a:p>
            <a:pPr algn="ctr"/>
            <a:endParaRPr lang="en-GB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Jacket potatoes served with baked beans and cheese or tuna mayonnaise and sweet corn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Mixed bean chilli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Plain Pasta / Sweet Potato / sweet chilli  noodles 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 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Lemon Drizzle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Fresh Fruit Platter,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Yoghurt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5437" y="914263"/>
            <a:ext cx="16435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FRIDAY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Mushroom and Leek Quiche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Tacos served with spicy beef in a tomato sauce, salad and herby sour cream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Roast Pepper &amp; 5 Bean Tacos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Plain Pasta / Sweet Potato / Jacket Potato Grated Cheese or Baked Beans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Vanilla Ice cream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Fresh Fruit Salad, Yoghurt 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1007" y="65689"/>
            <a:ext cx="3832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solidFill>
                  <a:srgbClr val="9D1731"/>
                </a:solidFill>
              </a:rPr>
              <a:t>3/9/18, 24/9/18, 15/9/18</a:t>
            </a:r>
            <a:endParaRPr lang="en-US" sz="2400" dirty="0">
              <a:solidFill>
                <a:srgbClr val="9D17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1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7063"/>
            <a:ext cx="9906000" cy="70031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62969" y="855517"/>
            <a:ext cx="15644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MONDAY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Squash and spinach quiche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Sweet &amp; Sour Chicken with Egg Fried Noodles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Mixed vegetable stir fry with noodle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Pasta / Sweet Potato/ Jacket Potato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Grated Cheese or Baked Beans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Fresh Fruit Platter, Yoghurt Granola Bar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3457" y="856357"/>
            <a:ext cx="15644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TUESDAY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Roasted parsnip Soup served with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Homemade Bread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Sausages with Creamed Potato and  Onion gravy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toad in the hole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Pasta / Sweet Potato/ Jacket Potato  Grated Cheese or Baked Beans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Rice pudding, Fresh Fruit Platter or Yoghurt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8754" y="856357"/>
            <a:ext cx="143278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WEDNESDAY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Ham hock and pea broth  served with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Homemade Bread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Honey Roast Gammon with Roast Potato, apple and sage stuffing &amp; Gravy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Chick pea, quinoa and squash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Stuffed mushrooms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Pasta / Sweet Potato/ Jacket Potato  Grated Cheese or Baked Beans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Mandarin Jelly, Fresh Fruit Platter, Yoghurt Bar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1537" y="856357"/>
            <a:ext cx="140206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THURSDAY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Tomato Soup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served with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Homemade Bread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Moroccan lamb tagine with aromatic baked rice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Moroccan mixed bean  with lemon Cous </a:t>
            </a:r>
            <a:r>
              <a:rPr lang="en-US" sz="1200" dirty="0" err="1">
                <a:solidFill>
                  <a:srgbClr val="9D1731"/>
                </a:solidFill>
              </a:rPr>
              <a:t>Cous</a:t>
            </a:r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Sweet Potato/ Jacket Potato  Grated Cheese or Baked Beans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Apple crumble with cream, Fresh fruit Platter,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Yoghurt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2" y="855517"/>
            <a:ext cx="133025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FRIDAY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Roasted pepper and </a:t>
            </a:r>
            <a:r>
              <a:rPr lang="en-US" sz="1200" dirty="0" err="1">
                <a:solidFill>
                  <a:srgbClr val="9D1731"/>
                </a:solidFill>
              </a:rPr>
              <a:t>Courgette</a:t>
            </a:r>
            <a:r>
              <a:rPr lang="en-US" sz="1200" dirty="0">
                <a:solidFill>
                  <a:srgbClr val="9D1731"/>
                </a:solidFill>
              </a:rPr>
              <a:t> quiche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Breaded Fish Served with  Chipped potato Peas &amp; Baked Beans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Roast Pepper &amp;  Mushroom Frittata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Pasta / Sweet Potato/ Jacket Potato Grated Cheese or Baked Beans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Fresh fruit Salad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or yoghurt 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580" y="56336"/>
            <a:ext cx="3381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9D1731"/>
                </a:solidFill>
              </a:rPr>
              <a:t>10/9/18, 1/10/18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223586" y="9801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8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101"/>
            <a:ext cx="9906000" cy="700310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55"/>
            <a:ext cx="9906000" cy="70031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95734" y="1056769"/>
            <a:ext cx="156447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MONDAY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 Cauliflower Soup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served with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Homemade Bread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Tuna pasta bake served or plain pasta with tomato and basil sauce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Mushroom and spinach risotto stuffed peppers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Pasta / Sweet Potato/ Jacket Potato  Grated Cheese or Baked Beans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Fresh Fruit Platter, Yoghurt Granola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517" y="1056770"/>
            <a:ext cx="1564471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TUESDAY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Roasted vegetable quiche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Chilli Con Carne with Yellow rice and herb and cucumber sour cream and salsa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Roasted Butternut Squash &amp; Feta </a:t>
            </a:r>
            <a:r>
              <a:rPr lang="en-US" sz="1200" dirty="0" err="1">
                <a:solidFill>
                  <a:srgbClr val="9D1731"/>
                </a:solidFill>
              </a:rPr>
              <a:t>Enchilladas</a:t>
            </a:r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Pasta / Sweet Potato/ Jacket Potato Grated Cheese or Baked Beans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 Chocolate &amp; Orange Sponge, Fresh Fruit Platter or Yoghurt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6362" y="1056770"/>
            <a:ext cx="143278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WEDNESDAY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Cream of Vegetable  Soup served with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Homemade Bread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Roast Pork with Roast Potato Yorkshire Pudding &amp; Gravy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Mac and Cheese with sauté Peppers and Corn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Pasta / Sweet Potato/ Jacket Potato  Grated Cheese or Baked Beans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Strawberry Jelly, Fresh Fruit Platter, Yoghurt Bar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30023" y="1056769"/>
            <a:ext cx="140206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THURSDAY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Tomato and pepper quiche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Shepherds Pie sauce with Mash and Vegetables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Lentil and vegetable stew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Pasta / Sweet Potato/ Jacket Potato Grated Cheese or Baked Beans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Baked apples and pears in a vanilla syrup, Fresh fruit Platter, 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Yoghurt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2083" y="1067333"/>
            <a:ext cx="13302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FRIDAY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Chicken and asparagus broth served with Homemade Bread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Dish of the Day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Pizza with cheese and tomato or BBQ chicken 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Vegetarian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Vegetable baked paella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Snack Option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Pasta / Sweet Potato/ Jacket Potato Grated Cheese or Baked Beans 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Dessert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Fresh fruit Salad</a:t>
            </a:r>
          </a:p>
          <a:p>
            <a:pPr algn="ctr"/>
            <a:r>
              <a:rPr lang="en-US" sz="1200" dirty="0">
                <a:solidFill>
                  <a:srgbClr val="9D1731"/>
                </a:solidFill>
              </a:rPr>
              <a:t>or yoghurt 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457" y="226131"/>
            <a:ext cx="3381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9D1731"/>
                </a:solidFill>
              </a:rPr>
              <a:t>17/9/18, 8/10/18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223586" y="9801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</TotalTime>
  <Words>797</Words>
  <Application>Microsoft Office PowerPoint</Application>
  <PresentationFormat>A4 Paper (210x297 mm)</PresentationFormat>
  <Paragraphs>296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 Boughton</dc:creator>
  <cp:lastModifiedBy>Gail James</cp:lastModifiedBy>
  <cp:revision>30</cp:revision>
  <cp:lastPrinted>2018-04-15T18:21:17Z</cp:lastPrinted>
  <dcterms:created xsi:type="dcterms:W3CDTF">2018-03-19T09:09:23Z</dcterms:created>
  <dcterms:modified xsi:type="dcterms:W3CDTF">2018-09-10T16:10:55Z</dcterms:modified>
</cp:coreProperties>
</file>