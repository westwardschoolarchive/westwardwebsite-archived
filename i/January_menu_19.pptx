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9906000" cy="6858000" type="A4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1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3" autoAdjust="0"/>
    <p:restoredTop sz="94276" autoAdjust="0"/>
  </p:normalViewPr>
  <p:slideViewPr>
    <p:cSldViewPr snapToGrid="0" snapToObjects="1">
      <p:cViewPr varScale="1">
        <p:scale>
          <a:sx n="90" d="100"/>
          <a:sy n="90" d="100"/>
        </p:scale>
        <p:origin x="76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992" cy="340339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969" y="0"/>
            <a:ext cx="4301992" cy="340339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r">
              <a:defRPr sz="1200"/>
            </a:lvl1pPr>
          </a:lstStyle>
          <a:p>
            <a:fld id="{2ABC9EC1-4495-49ED-9F4D-370C5D31559A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9313"/>
            <a:ext cx="3313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416" tIns="45208" rIns="90416" bIns="452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1992" y="3271212"/>
            <a:ext cx="7942654" cy="2677135"/>
          </a:xfrm>
          <a:prstGeom prst="rect">
            <a:avLst/>
          </a:prstGeom>
        </p:spPr>
        <p:txBody>
          <a:bodyPr vert="horz" lIns="90416" tIns="45208" rIns="90416" bIns="4520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7336"/>
            <a:ext cx="4301992" cy="340339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969" y="6457336"/>
            <a:ext cx="4301992" cy="340339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r">
              <a:defRPr sz="1200"/>
            </a:lvl1pPr>
          </a:lstStyle>
          <a:p>
            <a:fld id="{7764157C-CA6F-4D89-BA41-E092422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71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4157C-CA6F-4D89-BA41-E092422607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0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C5F29-DC8F-F24E-BF7F-09F03AE7A1BB}" type="datetimeFigureOut">
              <a:rPr lang="en-US" smtClean="0"/>
              <a:t>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9029D-5D5F-8D4C-9140-1E1A6D53F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0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27" y="-198110"/>
            <a:ext cx="9906000" cy="70031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288" y="919563"/>
            <a:ext cx="15372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MONDAY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 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Chicken </a:t>
            </a:r>
            <a:r>
              <a:rPr lang="en-US" sz="1600" b="1" dirty="0">
                <a:solidFill>
                  <a:srgbClr val="9D1731"/>
                </a:solidFill>
              </a:rPr>
              <a:t>and </a:t>
            </a:r>
            <a:r>
              <a:rPr lang="en-US" sz="1600" b="1" dirty="0" smtClean="0">
                <a:solidFill>
                  <a:srgbClr val="9D1731"/>
                </a:solidFill>
              </a:rPr>
              <a:t>Leek </a:t>
            </a:r>
            <a:r>
              <a:rPr lang="en-US" sz="1600" b="1" dirty="0">
                <a:solidFill>
                  <a:srgbClr val="9D1731"/>
                </a:solidFill>
              </a:rPr>
              <a:t>P</a:t>
            </a:r>
            <a:r>
              <a:rPr lang="en-US" sz="1600" b="1" dirty="0" smtClean="0">
                <a:solidFill>
                  <a:srgbClr val="9D1731"/>
                </a:solidFill>
              </a:rPr>
              <a:t>ie </a:t>
            </a:r>
            <a:r>
              <a:rPr lang="en-US" sz="1600" b="1" dirty="0">
                <a:solidFill>
                  <a:srgbClr val="9D1731"/>
                </a:solidFill>
              </a:rPr>
              <a:t>or </a:t>
            </a:r>
            <a:r>
              <a:rPr lang="en-US" sz="1600" b="1" dirty="0" smtClean="0">
                <a:solidFill>
                  <a:srgbClr val="9D1731"/>
                </a:solidFill>
              </a:rPr>
              <a:t>Vegetable Pie; Mash Potato, Peas </a:t>
            </a:r>
            <a:r>
              <a:rPr lang="en-US" sz="1600" b="1" dirty="0">
                <a:solidFill>
                  <a:srgbClr val="9D1731"/>
                </a:solidFill>
              </a:rPr>
              <a:t>and </a:t>
            </a:r>
            <a:r>
              <a:rPr lang="en-US" sz="1600" b="1" dirty="0" smtClean="0">
                <a:solidFill>
                  <a:srgbClr val="9D1731"/>
                </a:solidFill>
              </a:rPr>
              <a:t>Carrots  </a:t>
            </a:r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 smtClean="0">
              <a:solidFill>
                <a:srgbClr val="9D1731"/>
              </a:solidFill>
            </a:endParaRPr>
          </a:p>
          <a:p>
            <a:pPr algn="ctr"/>
            <a:endParaRPr lang="en-US" sz="1600" b="1" dirty="0" smtClean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C</a:t>
            </a:r>
            <a:r>
              <a:rPr lang="en-US" sz="1400" dirty="0" smtClean="0">
                <a:solidFill>
                  <a:srgbClr val="9D1731"/>
                </a:solidFill>
              </a:rPr>
              <a:t>hicken </a:t>
            </a:r>
            <a:r>
              <a:rPr lang="en-US" sz="1400" dirty="0">
                <a:solidFill>
                  <a:srgbClr val="9D1731"/>
                </a:solidFill>
              </a:rPr>
              <a:t>with </a:t>
            </a:r>
          </a:p>
          <a:p>
            <a:pPr algn="ctr"/>
            <a:r>
              <a:rPr lang="en-US" sz="1400" dirty="0" smtClean="0">
                <a:solidFill>
                  <a:srgbClr val="9D1731"/>
                </a:solidFill>
              </a:rPr>
              <a:t>Pasta &amp; </a:t>
            </a:r>
            <a:r>
              <a:rPr lang="en-US" sz="1400" dirty="0">
                <a:solidFill>
                  <a:srgbClr val="9D1731"/>
                </a:solidFill>
              </a:rPr>
              <a:t>T</a:t>
            </a:r>
            <a:r>
              <a:rPr lang="en-US" sz="1400" dirty="0" smtClean="0">
                <a:solidFill>
                  <a:srgbClr val="9D1731"/>
                </a:solidFill>
              </a:rPr>
              <a:t>omato </a:t>
            </a:r>
            <a:r>
              <a:rPr lang="en-US" sz="1400" dirty="0">
                <a:solidFill>
                  <a:srgbClr val="9D1731"/>
                </a:solidFill>
              </a:rPr>
              <a:t>Basil </a:t>
            </a:r>
            <a:r>
              <a:rPr lang="en-US" sz="1400" dirty="0" smtClean="0">
                <a:solidFill>
                  <a:srgbClr val="9D1731"/>
                </a:solidFill>
              </a:rPr>
              <a:t>Sauce </a:t>
            </a:r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400" dirty="0" smtClean="0">
              <a:solidFill>
                <a:srgbClr val="9D1731"/>
              </a:solidFill>
            </a:endParaRP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</a:t>
            </a:r>
            <a:r>
              <a:rPr lang="en-US" sz="1400" u="sng" dirty="0">
                <a:solidFill>
                  <a:srgbClr val="9D1731"/>
                </a:solidFill>
              </a:rPr>
              <a:t> </a:t>
            </a:r>
          </a:p>
          <a:p>
            <a:pPr algn="ctr"/>
            <a:endParaRPr lang="en-US" sz="1400" dirty="0">
              <a:solidFill>
                <a:srgbClr val="9D1731"/>
              </a:solidFill>
            </a:endParaRPr>
          </a:p>
          <a:p>
            <a:pPr algn="ctr"/>
            <a:r>
              <a:rPr lang="en-US" sz="1600" dirty="0" smtClean="0">
                <a:solidFill>
                  <a:srgbClr val="9D1731"/>
                </a:solidFill>
              </a:rPr>
              <a:t>Roast Apples &amp; Pears, Custard</a:t>
            </a:r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400" dirty="0">
              <a:solidFill>
                <a:srgbClr val="9D173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08337" y="914263"/>
            <a:ext cx="164357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TUESDAY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Lamb </a:t>
            </a:r>
            <a:r>
              <a:rPr lang="en-US" sz="1600" b="1" dirty="0">
                <a:solidFill>
                  <a:srgbClr val="9D1731"/>
                </a:solidFill>
              </a:rPr>
              <a:t>Bolognese with </a:t>
            </a:r>
            <a:r>
              <a:rPr lang="en-US" sz="1600" b="1" dirty="0" smtClean="0">
                <a:solidFill>
                  <a:srgbClr val="9D1731"/>
                </a:solidFill>
              </a:rPr>
              <a:t>Spaghetti</a:t>
            </a:r>
            <a:r>
              <a:rPr lang="en-US" sz="1600" b="1" dirty="0">
                <a:solidFill>
                  <a:srgbClr val="9D1731"/>
                </a:solidFill>
              </a:rPr>
              <a:t>, </a:t>
            </a:r>
            <a:r>
              <a:rPr lang="en-US" sz="1600" b="1" dirty="0" smtClean="0">
                <a:solidFill>
                  <a:srgbClr val="9D1731"/>
                </a:solidFill>
              </a:rPr>
              <a:t>Sweetcorn </a:t>
            </a:r>
            <a:r>
              <a:rPr lang="en-US" sz="1600" b="1" dirty="0">
                <a:solidFill>
                  <a:srgbClr val="9D1731"/>
                </a:solidFill>
              </a:rPr>
              <a:t>and </a:t>
            </a:r>
            <a:r>
              <a:rPr lang="en-US" sz="1600" b="1" dirty="0" smtClean="0">
                <a:solidFill>
                  <a:srgbClr val="9D1731"/>
                </a:solidFill>
              </a:rPr>
              <a:t>Broccoli</a:t>
            </a:r>
            <a:r>
              <a:rPr lang="en-US" sz="1600" b="1" dirty="0">
                <a:solidFill>
                  <a:srgbClr val="9D1731"/>
                </a:solidFill>
              </a:rPr>
              <a:t>;</a:t>
            </a:r>
          </a:p>
          <a:p>
            <a:pPr algn="ctr"/>
            <a:r>
              <a:rPr lang="en-US" sz="1600" b="1" dirty="0">
                <a:solidFill>
                  <a:srgbClr val="9D1731"/>
                </a:solidFill>
              </a:rPr>
              <a:t>Spinach and </a:t>
            </a:r>
            <a:r>
              <a:rPr lang="en-US" sz="1600" b="1" dirty="0" smtClean="0">
                <a:solidFill>
                  <a:srgbClr val="9D1731"/>
                </a:solidFill>
              </a:rPr>
              <a:t>Mushroom Lasagne </a:t>
            </a:r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dirty="0" smtClean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Jacket </a:t>
            </a:r>
            <a:r>
              <a:rPr lang="en-US" sz="1400" dirty="0" smtClean="0">
                <a:solidFill>
                  <a:srgbClr val="9D1731"/>
                </a:solidFill>
              </a:rPr>
              <a:t>Potatoes </a:t>
            </a:r>
            <a:r>
              <a:rPr lang="en-US" sz="1400" dirty="0">
                <a:solidFill>
                  <a:srgbClr val="9D1731"/>
                </a:solidFill>
              </a:rPr>
              <a:t>with </a:t>
            </a:r>
            <a:r>
              <a:rPr lang="en-US" sz="1400" dirty="0" smtClean="0">
                <a:solidFill>
                  <a:srgbClr val="9D1731"/>
                </a:solidFill>
              </a:rPr>
              <a:t>Baked </a:t>
            </a:r>
            <a:r>
              <a:rPr lang="en-US" sz="1400" dirty="0">
                <a:solidFill>
                  <a:srgbClr val="9D1731"/>
                </a:solidFill>
              </a:rPr>
              <a:t>B</a:t>
            </a:r>
            <a:r>
              <a:rPr lang="en-US" sz="1400" dirty="0" smtClean="0">
                <a:solidFill>
                  <a:srgbClr val="9D1731"/>
                </a:solidFill>
              </a:rPr>
              <a:t>eans </a:t>
            </a:r>
            <a:r>
              <a:rPr lang="en-US" sz="1400" dirty="0">
                <a:solidFill>
                  <a:srgbClr val="9D1731"/>
                </a:solidFill>
              </a:rPr>
              <a:t>and </a:t>
            </a:r>
            <a:r>
              <a:rPr lang="en-US" sz="1400" dirty="0" smtClean="0">
                <a:solidFill>
                  <a:srgbClr val="9D1731"/>
                </a:solidFill>
              </a:rPr>
              <a:t>Cheese</a:t>
            </a:r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600" dirty="0" smtClean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 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Fruit </a:t>
            </a:r>
            <a:r>
              <a:rPr lang="en-US" sz="1600" dirty="0" smtClean="0">
                <a:solidFill>
                  <a:srgbClr val="9D1731"/>
                </a:solidFill>
              </a:rPr>
              <a:t>&amp; Seed </a:t>
            </a:r>
            <a:r>
              <a:rPr lang="en-US" sz="1600" dirty="0">
                <a:solidFill>
                  <a:srgbClr val="9D1731"/>
                </a:solidFill>
              </a:rPr>
              <a:t>G</a:t>
            </a:r>
            <a:r>
              <a:rPr lang="en-US" sz="1600" dirty="0" smtClean="0">
                <a:solidFill>
                  <a:srgbClr val="9D1731"/>
                </a:solidFill>
              </a:rPr>
              <a:t>ranola </a:t>
            </a:r>
            <a:r>
              <a:rPr lang="en-US" sz="1600" dirty="0">
                <a:solidFill>
                  <a:srgbClr val="9D1731"/>
                </a:solidFill>
              </a:rPr>
              <a:t>B</a:t>
            </a:r>
            <a:r>
              <a:rPr lang="en-US" sz="1600" dirty="0" smtClean="0">
                <a:solidFill>
                  <a:srgbClr val="9D1731"/>
                </a:solidFill>
              </a:rPr>
              <a:t>ar  </a:t>
            </a:r>
            <a:endParaRPr lang="en-US" sz="1600" dirty="0">
              <a:solidFill>
                <a:srgbClr val="9D173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45472" y="914263"/>
            <a:ext cx="164357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WEDNESDAY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Roast </a:t>
            </a:r>
            <a:r>
              <a:rPr lang="en-US" sz="1600" b="1" dirty="0">
                <a:solidFill>
                  <a:srgbClr val="9D1731"/>
                </a:solidFill>
              </a:rPr>
              <a:t>Pork or </a:t>
            </a:r>
            <a:r>
              <a:rPr lang="en-US" sz="1600" b="1" dirty="0" smtClean="0">
                <a:solidFill>
                  <a:srgbClr val="9D1731"/>
                </a:solidFill>
              </a:rPr>
              <a:t>Chicken </a:t>
            </a:r>
            <a:r>
              <a:rPr lang="en-US" sz="1600" b="1" dirty="0">
                <a:solidFill>
                  <a:srgbClr val="9D1731"/>
                </a:solidFill>
              </a:rPr>
              <a:t>with Stuffing, </a:t>
            </a:r>
            <a:r>
              <a:rPr lang="en-US" sz="1600" b="1" dirty="0" smtClean="0">
                <a:solidFill>
                  <a:srgbClr val="9D1731"/>
                </a:solidFill>
              </a:rPr>
              <a:t>Roast </a:t>
            </a:r>
            <a:r>
              <a:rPr lang="en-US" sz="1600" b="1" dirty="0">
                <a:solidFill>
                  <a:srgbClr val="9D1731"/>
                </a:solidFill>
              </a:rPr>
              <a:t>P</a:t>
            </a:r>
            <a:r>
              <a:rPr lang="en-US" sz="1600" b="1" dirty="0" smtClean="0">
                <a:solidFill>
                  <a:srgbClr val="9D1731"/>
                </a:solidFill>
              </a:rPr>
              <a:t>otatoes</a:t>
            </a:r>
            <a:r>
              <a:rPr lang="en-US" sz="1600" b="1" dirty="0">
                <a:solidFill>
                  <a:srgbClr val="9D1731"/>
                </a:solidFill>
              </a:rPr>
              <a:t>, </a:t>
            </a:r>
            <a:r>
              <a:rPr lang="en-US" sz="1600" b="1" dirty="0" smtClean="0">
                <a:solidFill>
                  <a:srgbClr val="9D1731"/>
                </a:solidFill>
              </a:rPr>
              <a:t>Cauliflower &amp; Green Beans</a:t>
            </a:r>
            <a:r>
              <a:rPr lang="en-US" sz="1600" b="1" dirty="0">
                <a:solidFill>
                  <a:srgbClr val="9D1731"/>
                </a:solidFill>
              </a:rPr>
              <a:t>;</a:t>
            </a:r>
          </a:p>
          <a:p>
            <a:pPr algn="ctr"/>
            <a:r>
              <a:rPr lang="en-US" sz="1600" b="1" dirty="0">
                <a:solidFill>
                  <a:srgbClr val="9D1731"/>
                </a:solidFill>
              </a:rPr>
              <a:t>Vegetable </a:t>
            </a:r>
            <a:r>
              <a:rPr lang="en-US" sz="1600" b="1" dirty="0" smtClean="0">
                <a:solidFill>
                  <a:srgbClr val="9D1731"/>
                </a:solidFill>
              </a:rPr>
              <a:t>Potato </a:t>
            </a:r>
            <a:r>
              <a:rPr lang="en-US" sz="1600" b="1" dirty="0">
                <a:solidFill>
                  <a:srgbClr val="9D1731"/>
                </a:solidFill>
              </a:rPr>
              <a:t>cakes </a:t>
            </a:r>
            <a:endParaRPr lang="en-US" sz="1600" b="1" dirty="0" smtClean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N</a:t>
            </a:r>
            <a:r>
              <a:rPr lang="en-US" sz="1400" dirty="0" smtClean="0">
                <a:solidFill>
                  <a:srgbClr val="9D1731"/>
                </a:solidFill>
              </a:rPr>
              <a:t>oodle Stir-Fry </a:t>
            </a:r>
            <a:r>
              <a:rPr lang="en-US" sz="1400" dirty="0">
                <a:solidFill>
                  <a:srgbClr val="9D1731"/>
                </a:solidFill>
              </a:rPr>
              <a:t>with </a:t>
            </a:r>
            <a:r>
              <a:rPr lang="en-US" sz="1400" dirty="0" smtClean="0">
                <a:solidFill>
                  <a:srgbClr val="9D1731"/>
                </a:solidFill>
              </a:rPr>
              <a:t>Mixed </a:t>
            </a:r>
            <a:r>
              <a:rPr lang="en-US" sz="1400" dirty="0">
                <a:solidFill>
                  <a:srgbClr val="9D1731"/>
                </a:solidFill>
              </a:rPr>
              <a:t>V</a:t>
            </a:r>
            <a:r>
              <a:rPr lang="en-US" sz="1400" dirty="0" smtClean="0">
                <a:solidFill>
                  <a:srgbClr val="9D1731"/>
                </a:solidFill>
              </a:rPr>
              <a:t>egetables </a:t>
            </a:r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dirty="0" smtClean="0">
              <a:solidFill>
                <a:srgbClr val="9D1731"/>
              </a:solidFill>
            </a:endParaRPr>
          </a:p>
          <a:p>
            <a:pPr algn="ctr"/>
            <a:endParaRPr lang="en-US" sz="1400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 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Fruity </a:t>
            </a:r>
            <a:r>
              <a:rPr lang="en-US" sz="1600" dirty="0" smtClean="0">
                <a:solidFill>
                  <a:srgbClr val="9D1731"/>
                </a:solidFill>
              </a:rPr>
              <a:t>Jelly</a:t>
            </a:r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2810" y="914263"/>
            <a:ext cx="164357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THURSDAY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Chicken or Vegetable Korma with Baked </a:t>
            </a:r>
            <a:r>
              <a:rPr lang="en-US" sz="1600" b="1" dirty="0">
                <a:solidFill>
                  <a:srgbClr val="9D1731"/>
                </a:solidFill>
              </a:rPr>
              <a:t>R</a:t>
            </a:r>
            <a:r>
              <a:rPr lang="en-US" sz="1600" b="1" dirty="0" smtClean="0">
                <a:solidFill>
                  <a:srgbClr val="9D1731"/>
                </a:solidFill>
              </a:rPr>
              <a:t>ice</a:t>
            </a:r>
            <a:r>
              <a:rPr lang="en-US" sz="1600" b="1" dirty="0">
                <a:solidFill>
                  <a:srgbClr val="9D1731"/>
                </a:solidFill>
              </a:rPr>
              <a:t>, </a:t>
            </a:r>
            <a:r>
              <a:rPr lang="en-US" sz="1600" b="1" dirty="0" smtClean="0">
                <a:solidFill>
                  <a:srgbClr val="9D1731"/>
                </a:solidFill>
              </a:rPr>
              <a:t>Onion Bhajis</a:t>
            </a:r>
            <a:r>
              <a:rPr lang="en-US" sz="1600" b="1" dirty="0">
                <a:solidFill>
                  <a:srgbClr val="9D1731"/>
                </a:solidFill>
              </a:rPr>
              <a:t>,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Mange-Tout </a:t>
            </a:r>
            <a:r>
              <a:rPr lang="en-US" sz="1600" b="1" dirty="0">
                <a:solidFill>
                  <a:srgbClr val="9D1731"/>
                </a:solidFill>
              </a:rPr>
              <a:t>and </a:t>
            </a:r>
            <a:r>
              <a:rPr lang="en-US" sz="1600" b="1" dirty="0" smtClean="0">
                <a:solidFill>
                  <a:srgbClr val="9D1731"/>
                </a:solidFill>
              </a:rPr>
              <a:t>Sweet-Corn </a:t>
            </a:r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 smtClean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Cheese and </a:t>
            </a:r>
            <a:r>
              <a:rPr lang="en-US" sz="1400" dirty="0" smtClean="0">
                <a:solidFill>
                  <a:srgbClr val="9D1731"/>
                </a:solidFill>
              </a:rPr>
              <a:t>Vegetable </a:t>
            </a:r>
            <a:r>
              <a:rPr lang="en-US" sz="1400" dirty="0">
                <a:solidFill>
                  <a:srgbClr val="9D1731"/>
                </a:solidFill>
              </a:rPr>
              <a:t>P</a:t>
            </a:r>
            <a:r>
              <a:rPr lang="en-US" sz="1400" dirty="0" smtClean="0">
                <a:solidFill>
                  <a:srgbClr val="9D1731"/>
                </a:solidFill>
              </a:rPr>
              <a:t>asta </a:t>
            </a:r>
            <a:r>
              <a:rPr lang="en-US" sz="1400" dirty="0">
                <a:solidFill>
                  <a:srgbClr val="9D1731"/>
                </a:solidFill>
              </a:rPr>
              <a:t>B</a:t>
            </a:r>
            <a:r>
              <a:rPr lang="en-US" sz="1400" dirty="0" smtClean="0">
                <a:solidFill>
                  <a:srgbClr val="9D1731"/>
                </a:solidFill>
              </a:rPr>
              <a:t>ake  </a:t>
            </a:r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 </a:t>
            </a:r>
            <a:r>
              <a:rPr lang="en-US" sz="1600" b="1" u="sng" dirty="0">
                <a:solidFill>
                  <a:srgbClr val="9D1731"/>
                </a:solidFill>
              </a:rPr>
              <a:t>  </a:t>
            </a: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Mango </a:t>
            </a:r>
            <a:r>
              <a:rPr lang="en-US" sz="1600" dirty="0" smtClean="0">
                <a:solidFill>
                  <a:srgbClr val="9D1731"/>
                </a:solidFill>
              </a:rPr>
              <a:t>Sorbet </a:t>
            </a:r>
            <a:endParaRPr lang="en-US" sz="1600" dirty="0">
              <a:solidFill>
                <a:srgbClr val="9D173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55437" y="914263"/>
            <a:ext cx="164357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FRIDAY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Breaded Fish </a:t>
            </a:r>
            <a:r>
              <a:rPr lang="en-US" sz="1600" b="1" dirty="0">
                <a:solidFill>
                  <a:srgbClr val="9D1731"/>
                </a:solidFill>
              </a:rPr>
              <a:t>F</a:t>
            </a:r>
            <a:r>
              <a:rPr lang="en-US" sz="1600" b="1" dirty="0" smtClean="0">
                <a:solidFill>
                  <a:srgbClr val="9D1731"/>
                </a:solidFill>
              </a:rPr>
              <a:t>illets </a:t>
            </a:r>
            <a:r>
              <a:rPr lang="en-US" sz="1600" b="1" dirty="0">
                <a:solidFill>
                  <a:srgbClr val="9D1731"/>
                </a:solidFill>
              </a:rPr>
              <a:t>with </a:t>
            </a:r>
            <a:r>
              <a:rPr lang="en-US" sz="1600" b="1" dirty="0" smtClean="0">
                <a:solidFill>
                  <a:srgbClr val="9D1731"/>
                </a:solidFill>
              </a:rPr>
              <a:t>Chipped </a:t>
            </a:r>
            <a:r>
              <a:rPr lang="en-US" sz="1600" b="1" dirty="0">
                <a:solidFill>
                  <a:srgbClr val="9D1731"/>
                </a:solidFill>
              </a:rPr>
              <a:t>P</a:t>
            </a:r>
            <a:r>
              <a:rPr lang="en-US" sz="1600" b="1" dirty="0" smtClean="0">
                <a:solidFill>
                  <a:srgbClr val="9D1731"/>
                </a:solidFill>
              </a:rPr>
              <a:t>otatoes </a:t>
            </a:r>
            <a:r>
              <a:rPr lang="en-US" sz="1600" b="1" dirty="0">
                <a:solidFill>
                  <a:srgbClr val="9D1731"/>
                </a:solidFill>
              </a:rPr>
              <a:t>and  </a:t>
            </a:r>
            <a:r>
              <a:rPr lang="en-US" sz="1600" b="1" dirty="0" smtClean="0">
                <a:solidFill>
                  <a:srgbClr val="9D1731"/>
                </a:solidFill>
              </a:rPr>
              <a:t>Mushy Peas</a:t>
            </a:r>
            <a:r>
              <a:rPr lang="en-US" sz="1600" b="1" dirty="0">
                <a:solidFill>
                  <a:srgbClr val="9D1731"/>
                </a:solidFill>
              </a:rPr>
              <a:t>;</a:t>
            </a:r>
          </a:p>
          <a:p>
            <a:pPr algn="ctr"/>
            <a:r>
              <a:rPr lang="en-US" sz="1600" b="1" dirty="0">
                <a:solidFill>
                  <a:srgbClr val="9D1731"/>
                </a:solidFill>
              </a:rPr>
              <a:t>Lemon </a:t>
            </a:r>
            <a:r>
              <a:rPr lang="en-US" sz="1600" b="1" dirty="0" smtClean="0">
                <a:solidFill>
                  <a:srgbClr val="9D1731"/>
                </a:solidFill>
              </a:rPr>
              <a:t>&amp; Thyme </a:t>
            </a:r>
            <a:r>
              <a:rPr lang="en-US" sz="1600" b="1" dirty="0">
                <a:solidFill>
                  <a:srgbClr val="9D1731"/>
                </a:solidFill>
              </a:rPr>
              <a:t>B</a:t>
            </a:r>
            <a:r>
              <a:rPr lang="en-US" sz="1600" b="1" dirty="0" smtClean="0">
                <a:solidFill>
                  <a:srgbClr val="9D1731"/>
                </a:solidFill>
              </a:rPr>
              <a:t>aked </a:t>
            </a:r>
            <a:r>
              <a:rPr lang="en-US" sz="1600" b="1" dirty="0">
                <a:solidFill>
                  <a:srgbClr val="9D1731"/>
                </a:solidFill>
              </a:rPr>
              <a:t>S</a:t>
            </a:r>
            <a:r>
              <a:rPr lang="en-US" sz="1600" b="1" dirty="0" smtClean="0">
                <a:solidFill>
                  <a:srgbClr val="9D1731"/>
                </a:solidFill>
              </a:rPr>
              <a:t>almon </a:t>
            </a:r>
            <a:r>
              <a:rPr lang="en-US" sz="1600" b="1" dirty="0">
                <a:solidFill>
                  <a:srgbClr val="9D1731"/>
                </a:solidFill>
              </a:rPr>
              <a:t>F</a:t>
            </a:r>
            <a:r>
              <a:rPr lang="en-US" sz="1600" b="1" dirty="0" smtClean="0">
                <a:solidFill>
                  <a:srgbClr val="9D1731"/>
                </a:solidFill>
              </a:rPr>
              <a:t>illets.</a:t>
            </a:r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u="sng" dirty="0" smtClean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Vegetarian </a:t>
            </a:r>
            <a:r>
              <a:rPr lang="en-US" sz="1400" dirty="0" smtClean="0">
                <a:solidFill>
                  <a:srgbClr val="9D1731"/>
                </a:solidFill>
              </a:rPr>
              <a:t>Chilli </a:t>
            </a:r>
            <a:r>
              <a:rPr lang="en-US" sz="1400" dirty="0">
                <a:solidFill>
                  <a:srgbClr val="9D1731"/>
                </a:solidFill>
              </a:rPr>
              <a:t>with </a:t>
            </a:r>
            <a:r>
              <a:rPr lang="en-US" sz="1400" dirty="0" smtClean="0">
                <a:solidFill>
                  <a:srgbClr val="9D1731"/>
                </a:solidFill>
              </a:rPr>
              <a:t>Rice </a:t>
            </a:r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400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Carrot </a:t>
            </a:r>
            <a:r>
              <a:rPr lang="en-US" sz="1600" dirty="0" smtClean="0">
                <a:solidFill>
                  <a:srgbClr val="9D1731"/>
                </a:solidFill>
              </a:rPr>
              <a:t>Cake </a:t>
            </a:r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b="1" dirty="0">
                <a:solidFill>
                  <a:srgbClr val="9D1731"/>
                </a:solidFill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4830DDA-0BCF-42BD-B763-57224223AA72}"/>
              </a:ext>
            </a:extLst>
          </p:cNvPr>
          <p:cNvSpPr txBox="1"/>
          <p:nvPr/>
        </p:nvSpPr>
        <p:spPr>
          <a:xfrm>
            <a:off x="4351912" y="159026"/>
            <a:ext cx="3559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D1731"/>
                </a:solidFill>
              </a:rPr>
              <a:t>31/12/18, 21/1/19, 11/2/19</a:t>
            </a:r>
          </a:p>
        </p:txBody>
      </p:sp>
    </p:spTree>
    <p:extLst>
      <p:ext uri="{BB962C8B-B14F-4D97-AF65-F5344CB8AC3E}">
        <p14:creationId xmlns:p14="http://schemas.microsoft.com/office/powerpoint/2010/main" val="308514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7063"/>
            <a:ext cx="9906000" cy="70031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23889" y="856357"/>
            <a:ext cx="170355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9D1731"/>
                </a:solidFill>
              </a:rPr>
              <a:t>MONDAY</a:t>
            </a:r>
          </a:p>
          <a:p>
            <a:pPr algn="ctr"/>
            <a:endParaRPr lang="en-US" dirty="0" smtClean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Cumberland, Chicken or Vegetable Sausages; Mash Potato, Peas, Carrots &amp; Onion Gravy </a:t>
            </a:r>
          </a:p>
          <a:p>
            <a:pPr algn="ctr"/>
            <a:endParaRPr lang="en-US" sz="1200" dirty="0" smtClean="0">
              <a:solidFill>
                <a:srgbClr val="9D1731"/>
              </a:solidFill>
            </a:endParaRPr>
          </a:p>
          <a:p>
            <a:pPr algn="ctr"/>
            <a:endParaRPr lang="en-US" sz="1200" dirty="0" smtClean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endParaRPr lang="en-US" sz="1200" dirty="0" smtClean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</a:p>
          <a:p>
            <a:pPr algn="ctr"/>
            <a:r>
              <a:rPr lang="en-US" sz="1400" dirty="0" smtClean="0">
                <a:solidFill>
                  <a:srgbClr val="9D1731"/>
                </a:solidFill>
              </a:rPr>
              <a:t>Penne Pasta with Home </a:t>
            </a:r>
            <a:r>
              <a:rPr lang="en-US" sz="1400" dirty="0">
                <a:solidFill>
                  <a:srgbClr val="9D1731"/>
                </a:solidFill>
              </a:rPr>
              <a:t>M</a:t>
            </a:r>
            <a:r>
              <a:rPr lang="en-US" sz="1400" dirty="0" smtClean="0">
                <a:solidFill>
                  <a:srgbClr val="9D1731"/>
                </a:solidFill>
              </a:rPr>
              <a:t>ade </a:t>
            </a:r>
            <a:r>
              <a:rPr lang="en-US" sz="1400" dirty="0">
                <a:solidFill>
                  <a:srgbClr val="9D1731"/>
                </a:solidFill>
              </a:rPr>
              <a:t>B</a:t>
            </a:r>
            <a:r>
              <a:rPr lang="en-US" sz="1400" dirty="0" smtClean="0">
                <a:solidFill>
                  <a:srgbClr val="9D1731"/>
                </a:solidFill>
              </a:rPr>
              <a:t>asil </a:t>
            </a:r>
            <a:r>
              <a:rPr lang="en-US" sz="1400" dirty="0">
                <a:solidFill>
                  <a:srgbClr val="9D1731"/>
                </a:solidFill>
              </a:rPr>
              <a:t>P</a:t>
            </a:r>
            <a:r>
              <a:rPr lang="en-US" sz="1400" dirty="0" smtClean="0">
                <a:solidFill>
                  <a:srgbClr val="9D1731"/>
                </a:solidFill>
              </a:rPr>
              <a:t>esto</a:t>
            </a:r>
          </a:p>
          <a:p>
            <a:pPr algn="ctr"/>
            <a:endParaRPr lang="en-US" dirty="0" smtClean="0">
              <a:solidFill>
                <a:srgbClr val="9D1731"/>
              </a:solidFill>
            </a:endParaRPr>
          </a:p>
          <a:p>
            <a:pPr algn="ctr"/>
            <a:r>
              <a:rPr lang="en-US" sz="1600" u="sng" dirty="0" smtClean="0">
                <a:solidFill>
                  <a:srgbClr val="9D1731"/>
                </a:solidFill>
              </a:rPr>
              <a:t>Dessert </a:t>
            </a:r>
          </a:p>
          <a:p>
            <a:pPr algn="ctr"/>
            <a:endParaRPr lang="en-US" sz="1600" dirty="0" smtClean="0">
              <a:solidFill>
                <a:srgbClr val="9D1731"/>
              </a:solidFill>
            </a:endParaRPr>
          </a:p>
          <a:p>
            <a:pPr algn="ctr"/>
            <a:r>
              <a:rPr lang="en-US" sz="1600" dirty="0" smtClean="0">
                <a:solidFill>
                  <a:srgbClr val="9D1731"/>
                </a:solidFill>
              </a:rPr>
              <a:t>Sweet </a:t>
            </a: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P</a:t>
            </a:r>
            <a:r>
              <a:rPr lang="en-US" sz="1600" dirty="0" smtClean="0">
                <a:solidFill>
                  <a:srgbClr val="9D1731"/>
                </a:solidFill>
              </a:rPr>
              <a:t>otato </a:t>
            </a:r>
            <a:r>
              <a:rPr lang="en-US" sz="1600" dirty="0">
                <a:solidFill>
                  <a:srgbClr val="9D1731"/>
                </a:solidFill>
              </a:rPr>
              <a:t>B</a:t>
            </a:r>
            <a:r>
              <a:rPr lang="en-US" sz="1600" dirty="0" smtClean="0">
                <a:solidFill>
                  <a:srgbClr val="9D1731"/>
                </a:solidFill>
              </a:rPr>
              <a:t>rownies </a:t>
            </a:r>
            <a:endParaRPr lang="en-US" sz="1600" dirty="0">
              <a:solidFill>
                <a:srgbClr val="9D173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3457" y="856357"/>
            <a:ext cx="156447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TUESDAY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Spaghetti &amp; Meatballs; Vegetable Kebabs; Corn-on-the Cob</a:t>
            </a:r>
            <a:r>
              <a:rPr lang="en-US" sz="1600" b="1" dirty="0">
                <a:solidFill>
                  <a:srgbClr val="9D1731"/>
                </a:solidFill>
              </a:rPr>
              <a:t>.</a:t>
            </a:r>
          </a:p>
          <a:p>
            <a:pPr algn="ctr"/>
            <a:endParaRPr lang="en-US" sz="1600" dirty="0" smtClean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dirty="0" smtClean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G</a:t>
            </a:r>
            <a:r>
              <a:rPr lang="en-US" sz="1400" dirty="0" smtClean="0">
                <a:solidFill>
                  <a:srgbClr val="9D1731"/>
                </a:solidFill>
              </a:rPr>
              <a:t>rilled Chicken Tikka Fillets, Baked Potatoes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 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Lemon </a:t>
            </a:r>
            <a:r>
              <a:rPr lang="en-US" sz="1600" dirty="0" smtClean="0">
                <a:solidFill>
                  <a:srgbClr val="9D1731"/>
                </a:solidFill>
              </a:rPr>
              <a:t>Cheese </a:t>
            </a:r>
            <a:r>
              <a:rPr lang="en-US" sz="1600" dirty="0">
                <a:solidFill>
                  <a:srgbClr val="9D1731"/>
                </a:solidFill>
              </a:rPr>
              <a:t>C</a:t>
            </a:r>
            <a:r>
              <a:rPr lang="en-US" sz="1600" dirty="0" smtClean="0">
                <a:solidFill>
                  <a:srgbClr val="9D1731"/>
                </a:solidFill>
              </a:rPr>
              <a:t>ake </a:t>
            </a:r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b="1" dirty="0">
                <a:solidFill>
                  <a:srgbClr val="9D1731"/>
                </a:solidFill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8754" y="856357"/>
            <a:ext cx="143278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WEDNESDAY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Honey </a:t>
            </a:r>
            <a:r>
              <a:rPr lang="en-US" sz="1600" b="1" dirty="0">
                <a:solidFill>
                  <a:srgbClr val="9D1731"/>
                </a:solidFill>
              </a:rPr>
              <a:t>Roast </a:t>
            </a:r>
            <a:r>
              <a:rPr lang="en-US" sz="1600" b="1" dirty="0" smtClean="0">
                <a:solidFill>
                  <a:srgbClr val="9D1731"/>
                </a:solidFill>
              </a:rPr>
              <a:t>Gammon </a:t>
            </a:r>
            <a:r>
              <a:rPr lang="en-US" sz="1600" b="1" dirty="0">
                <a:solidFill>
                  <a:srgbClr val="9D1731"/>
                </a:solidFill>
              </a:rPr>
              <a:t>or Roast </a:t>
            </a:r>
            <a:r>
              <a:rPr lang="en-US" sz="1600" b="1" dirty="0" smtClean="0">
                <a:solidFill>
                  <a:srgbClr val="9D1731"/>
                </a:solidFill>
              </a:rPr>
              <a:t>Turkey </a:t>
            </a:r>
            <a:r>
              <a:rPr lang="en-US" sz="1600" b="1" dirty="0">
                <a:solidFill>
                  <a:srgbClr val="9D1731"/>
                </a:solidFill>
              </a:rPr>
              <a:t>B</a:t>
            </a:r>
            <a:r>
              <a:rPr lang="en-US" sz="1600" b="1" dirty="0" smtClean="0">
                <a:solidFill>
                  <a:srgbClr val="9D1731"/>
                </a:solidFill>
              </a:rPr>
              <a:t>reast</a:t>
            </a:r>
            <a:r>
              <a:rPr lang="en-US" sz="1600" b="1" dirty="0">
                <a:solidFill>
                  <a:srgbClr val="9D1731"/>
                </a:solidFill>
              </a:rPr>
              <a:t>, </a:t>
            </a:r>
            <a:r>
              <a:rPr lang="en-US" sz="1600" b="1" dirty="0" smtClean="0">
                <a:solidFill>
                  <a:srgbClr val="9D1731"/>
                </a:solidFill>
              </a:rPr>
              <a:t>Cauliflower Cheese, Roast Potatoes, Cabbage &amp; Carrots</a:t>
            </a:r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 smtClean="0">
                <a:solidFill>
                  <a:srgbClr val="9D1731"/>
                </a:solidFill>
              </a:rPr>
              <a:t>Spaghetti in </a:t>
            </a:r>
            <a:r>
              <a:rPr lang="en-US" sz="1400" dirty="0">
                <a:solidFill>
                  <a:srgbClr val="9D1731"/>
                </a:solidFill>
              </a:rPr>
              <a:t>a </a:t>
            </a:r>
            <a:r>
              <a:rPr lang="en-US" sz="1400" dirty="0" smtClean="0">
                <a:solidFill>
                  <a:srgbClr val="9D1731"/>
                </a:solidFill>
              </a:rPr>
              <a:t>Tomato &amp; Vegetable Sauce </a:t>
            </a:r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 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Fruity </a:t>
            </a:r>
            <a:r>
              <a:rPr lang="en-US" sz="1600" dirty="0" smtClean="0">
                <a:solidFill>
                  <a:srgbClr val="9D1731"/>
                </a:solidFill>
              </a:rPr>
              <a:t>Jelly </a:t>
            </a:r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791" y="856357"/>
            <a:ext cx="14020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THURSDAY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lvl="0" algn="ctr"/>
            <a:r>
              <a:rPr lang="en-US" sz="1600" b="1" dirty="0">
                <a:solidFill>
                  <a:srgbClr val="9D1731"/>
                </a:solidFill>
              </a:rPr>
              <a:t>Shepherd’s / </a:t>
            </a:r>
            <a:r>
              <a:rPr lang="en-US" sz="1600" b="1" dirty="0" err="1">
                <a:solidFill>
                  <a:srgbClr val="9D1731"/>
                </a:solidFill>
              </a:rPr>
              <a:t>Shepherdless</a:t>
            </a:r>
            <a:r>
              <a:rPr lang="en-US" sz="1600" b="1" dirty="0">
                <a:solidFill>
                  <a:srgbClr val="9D1731"/>
                </a:solidFill>
              </a:rPr>
              <a:t> Pie or Garlic &amp; Herb Chicken; Mash Potato, Peas and Broccoli </a:t>
            </a:r>
          </a:p>
          <a:p>
            <a:pPr algn="ctr"/>
            <a:endParaRPr lang="en-US" sz="1600" b="1" dirty="0" smtClean="0">
              <a:solidFill>
                <a:srgbClr val="9D1731"/>
              </a:solidFill>
            </a:endParaRPr>
          </a:p>
          <a:p>
            <a:pPr algn="ctr"/>
            <a:endParaRPr lang="en-US" sz="1600" b="1" dirty="0" smtClean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Noodles with </a:t>
            </a:r>
            <a:r>
              <a:rPr lang="en-US" sz="1400" dirty="0" smtClean="0">
                <a:solidFill>
                  <a:srgbClr val="9D1731"/>
                </a:solidFill>
              </a:rPr>
              <a:t>Hoi </a:t>
            </a:r>
            <a:r>
              <a:rPr lang="en-US" sz="1400" dirty="0">
                <a:solidFill>
                  <a:srgbClr val="9D1731"/>
                </a:solidFill>
              </a:rPr>
              <a:t>S</a:t>
            </a:r>
            <a:r>
              <a:rPr lang="en-US" sz="1400" dirty="0" smtClean="0">
                <a:solidFill>
                  <a:srgbClr val="9D1731"/>
                </a:solidFill>
              </a:rPr>
              <a:t>in </a:t>
            </a:r>
            <a:r>
              <a:rPr lang="en-US" sz="1400" dirty="0">
                <a:solidFill>
                  <a:srgbClr val="9D1731"/>
                </a:solidFill>
              </a:rPr>
              <a:t>and </a:t>
            </a:r>
            <a:r>
              <a:rPr lang="en-US" sz="1400" dirty="0" smtClean="0">
                <a:solidFill>
                  <a:srgbClr val="9D1731"/>
                </a:solidFill>
              </a:rPr>
              <a:t>Vegetables </a:t>
            </a:r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 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Bananas and </a:t>
            </a:r>
            <a:r>
              <a:rPr lang="en-US" sz="1600" dirty="0" smtClean="0">
                <a:solidFill>
                  <a:srgbClr val="9D1731"/>
                </a:solidFill>
              </a:rPr>
              <a:t>Custard </a:t>
            </a:r>
            <a:endParaRPr lang="en-US" sz="1600" dirty="0">
              <a:solidFill>
                <a:srgbClr val="9D173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04173" y="856357"/>
            <a:ext cx="152010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FRIDAY</a:t>
            </a:r>
          </a:p>
          <a:p>
            <a:pPr algn="ctr"/>
            <a:endParaRPr lang="en-US" dirty="0">
              <a:solidFill>
                <a:srgbClr val="9D1731"/>
              </a:solidFill>
            </a:endParaRPr>
          </a:p>
          <a:p>
            <a:pPr lvl="0"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lvl="0" algn="ctr"/>
            <a:r>
              <a:rPr lang="en-US" sz="1600" b="1" dirty="0" smtClean="0">
                <a:solidFill>
                  <a:srgbClr val="9D1731"/>
                </a:solidFill>
              </a:rPr>
              <a:t>Breaded Fish </a:t>
            </a:r>
            <a:r>
              <a:rPr lang="en-US" sz="1600" b="1" dirty="0" err="1" smtClean="0">
                <a:solidFill>
                  <a:srgbClr val="9D1731"/>
                </a:solidFill>
              </a:rPr>
              <a:t>Goujons</a:t>
            </a:r>
            <a:r>
              <a:rPr lang="en-US" sz="1600" b="1" dirty="0" smtClean="0">
                <a:solidFill>
                  <a:srgbClr val="9D1731"/>
                </a:solidFill>
              </a:rPr>
              <a:t> with Chipped </a:t>
            </a:r>
            <a:r>
              <a:rPr lang="en-US" sz="1600" b="1" dirty="0">
                <a:solidFill>
                  <a:srgbClr val="9D1731"/>
                </a:solidFill>
              </a:rPr>
              <a:t>P</a:t>
            </a:r>
            <a:r>
              <a:rPr lang="en-US" sz="1600" b="1" dirty="0" smtClean="0">
                <a:solidFill>
                  <a:srgbClr val="9D1731"/>
                </a:solidFill>
              </a:rPr>
              <a:t>otatoes &amp; Mushy Peas</a:t>
            </a:r>
            <a:r>
              <a:rPr lang="en-US" sz="1600" b="1" dirty="0">
                <a:solidFill>
                  <a:srgbClr val="9D1731"/>
                </a:solidFill>
              </a:rPr>
              <a:t>;</a:t>
            </a:r>
          </a:p>
          <a:p>
            <a:pPr lvl="0" algn="ctr"/>
            <a:r>
              <a:rPr lang="en-US" sz="1600" b="1" dirty="0">
                <a:solidFill>
                  <a:srgbClr val="9D1731"/>
                </a:solidFill>
              </a:rPr>
              <a:t>Poached S</a:t>
            </a:r>
            <a:r>
              <a:rPr lang="en-US" sz="1600" b="1" dirty="0" smtClean="0">
                <a:solidFill>
                  <a:srgbClr val="9D1731"/>
                </a:solidFill>
              </a:rPr>
              <a:t>moked Haddock </a:t>
            </a:r>
            <a:r>
              <a:rPr lang="en-US" sz="1600" b="1" dirty="0">
                <a:solidFill>
                  <a:srgbClr val="9D1731"/>
                </a:solidFill>
              </a:rPr>
              <a:t>F</a:t>
            </a:r>
            <a:r>
              <a:rPr lang="en-US" sz="1600" b="1" dirty="0" smtClean="0">
                <a:solidFill>
                  <a:srgbClr val="9D1731"/>
                </a:solidFill>
              </a:rPr>
              <a:t>illets</a:t>
            </a:r>
            <a:endParaRPr lang="en-US" sz="1600" b="1" dirty="0">
              <a:solidFill>
                <a:srgbClr val="9D1731"/>
              </a:solidFill>
            </a:endParaRPr>
          </a:p>
          <a:p>
            <a:pPr lvl="0" algn="ctr"/>
            <a:endParaRPr lang="en-US" sz="1600" b="1" dirty="0" smtClean="0">
              <a:solidFill>
                <a:srgbClr val="9D1731"/>
              </a:solidFill>
            </a:endParaRPr>
          </a:p>
          <a:p>
            <a:pPr lvl="0" algn="ctr"/>
            <a:endParaRPr lang="en-US" sz="1600" b="1" dirty="0">
              <a:solidFill>
                <a:srgbClr val="9D1731"/>
              </a:solidFill>
            </a:endParaRPr>
          </a:p>
          <a:p>
            <a:pPr lvl="0"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lvl="0" algn="ctr"/>
            <a:r>
              <a:rPr lang="en-US" sz="1400" dirty="0">
                <a:solidFill>
                  <a:srgbClr val="9D1731"/>
                </a:solidFill>
              </a:rPr>
              <a:t>Vegetarian </a:t>
            </a:r>
            <a:r>
              <a:rPr lang="en-US" sz="1400" dirty="0" smtClean="0">
                <a:solidFill>
                  <a:srgbClr val="9D1731"/>
                </a:solidFill>
              </a:rPr>
              <a:t>Chilli </a:t>
            </a:r>
            <a:r>
              <a:rPr lang="en-US" sz="1400" dirty="0">
                <a:solidFill>
                  <a:srgbClr val="9D1731"/>
                </a:solidFill>
              </a:rPr>
              <a:t>with </a:t>
            </a:r>
            <a:r>
              <a:rPr lang="en-US" sz="1400" dirty="0" smtClean="0">
                <a:solidFill>
                  <a:srgbClr val="9D1731"/>
                </a:solidFill>
              </a:rPr>
              <a:t>Rice </a:t>
            </a:r>
            <a:endParaRPr lang="en-US" sz="1600" dirty="0" smtClean="0">
              <a:solidFill>
                <a:srgbClr val="9D1731"/>
              </a:solidFill>
            </a:endParaRPr>
          </a:p>
          <a:p>
            <a:pPr lvl="0" algn="ctr"/>
            <a:endParaRPr lang="en-US" sz="1400" dirty="0" smtClean="0">
              <a:solidFill>
                <a:srgbClr val="9D1731"/>
              </a:solidFill>
            </a:endParaRPr>
          </a:p>
          <a:p>
            <a:pPr lvl="0" algn="ctr"/>
            <a:endParaRPr lang="en-US" sz="1600" dirty="0">
              <a:solidFill>
                <a:srgbClr val="9D1731"/>
              </a:solidFill>
            </a:endParaRPr>
          </a:p>
          <a:p>
            <a:pPr lvl="0" algn="ctr"/>
            <a:r>
              <a:rPr lang="en-US" sz="1600" u="sng" dirty="0">
                <a:solidFill>
                  <a:srgbClr val="9D1731"/>
                </a:solidFill>
              </a:rPr>
              <a:t>Dessert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Lemon </a:t>
            </a:r>
            <a:r>
              <a:rPr lang="en-US" sz="1600" dirty="0" smtClean="0">
                <a:solidFill>
                  <a:srgbClr val="9D1731"/>
                </a:solidFill>
              </a:rPr>
              <a:t>Drizzle Cake </a:t>
            </a:r>
            <a:endParaRPr lang="en-US" sz="1600" dirty="0">
              <a:solidFill>
                <a:srgbClr val="9D1731"/>
              </a:solidFill>
            </a:endParaRPr>
          </a:p>
          <a:p>
            <a:pPr lvl="0" algn="ctr"/>
            <a:endParaRPr lang="en-US" sz="1600" dirty="0">
              <a:solidFill>
                <a:srgbClr val="9D173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223586" y="9801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96CBC8-15E0-45F7-8C67-911E818A6B2F}"/>
              </a:ext>
            </a:extLst>
          </p:cNvPr>
          <p:cNvSpPr txBox="1"/>
          <p:nvPr/>
        </p:nvSpPr>
        <p:spPr>
          <a:xfrm>
            <a:off x="4417928" y="198783"/>
            <a:ext cx="3255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D1731"/>
                </a:solidFill>
              </a:rPr>
              <a:t>              7/1/19, 28,1,19</a:t>
            </a:r>
          </a:p>
        </p:txBody>
      </p:sp>
    </p:spTree>
    <p:extLst>
      <p:ext uri="{BB962C8B-B14F-4D97-AF65-F5344CB8AC3E}">
        <p14:creationId xmlns:p14="http://schemas.microsoft.com/office/powerpoint/2010/main" val="102488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101"/>
            <a:ext cx="9906000" cy="700310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355"/>
            <a:ext cx="9906000" cy="70031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4852" y="1056769"/>
            <a:ext cx="167535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MONDAY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Pasta Bar with Choice of: Tomato &amp; Basil, Carbonara or Chicken </a:t>
            </a:r>
            <a:r>
              <a:rPr lang="en-US" sz="1600" b="1" dirty="0">
                <a:solidFill>
                  <a:srgbClr val="9D1731"/>
                </a:solidFill>
              </a:rPr>
              <a:t>B</a:t>
            </a:r>
            <a:r>
              <a:rPr lang="en-US" sz="1600" b="1" dirty="0" smtClean="0">
                <a:solidFill>
                  <a:srgbClr val="9D1731"/>
                </a:solidFill>
              </a:rPr>
              <a:t>olognese</a:t>
            </a:r>
            <a:r>
              <a:rPr lang="en-US" sz="1600" b="1" dirty="0">
                <a:solidFill>
                  <a:srgbClr val="9D1731"/>
                </a:solidFill>
              </a:rPr>
              <a:t>.</a:t>
            </a:r>
          </a:p>
          <a:p>
            <a:pPr algn="ctr"/>
            <a:endParaRPr lang="en-US" sz="1600" b="1" dirty="0" smtClean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Jacket </a:t>
            </a:r>
            <a:r>
              <a:rPr lang="en-US" sz="1400" dirty="0" smtClean="0">
                <a:solidFill>
                  <a:srgbClr val="9D1731"/>
                </a:solidFill>
              </a:rPr>
              <a:t>Potato, </a:t>
            </a:r>
            <a:r>
              <a:rPr lang="en-US" sz="1400" dirty="0">
                <a:solidFill>
                  <a:srgbClr val="9D1731"/>
                </a:solidFill>
              </a:rPr>
              <a:t>Baked Beans and Cheese</a:t>
            </a:r>
          </a:p>
          <a:p>
            <a:pPr lvl="0" algn="ctr"/>
            <a:endParaRPr lang="en-US" sz="1400" dirty="0" smtClean="0">
              <a:solidFill>
                <a:srgbClr val="9D1731"/>
              </a:solidFill>
            </a:endParaRPr>
          </a:p>
          <a:p>
            <a:pPr lvl="0" algn="ctr"/>
            <a:endParaRPr lang="en-US" sz="1400" dirty="0">
              <a:solidFill>
                <a:srgbClr val="9D1731"/>
              </a:solidFill>
            </a:endParaRPr>
          </a:p>
          <a:p>
            <a:pPr lvl="0" algn="ctr"/>
            <a:endParaRPr lang="en-US" sz="1400" dirty="0">
              <a:solidFill>
                <a:srgbClr val="9D1731"/>
              </a:solidFill>
            </a:endParaRPr>
          </a:p>
          <a:p>
            <a:pPr lvl="0" algn="ctr"/>
            <a:r>
              <a:rPr lang="en-US" sz="1600" u="sng" dirty="0">
                <a:solidFill>
                  <a:srgbClr val="9D1731"/>
                </a:solidFill>
              </a:rPr>
              <a:t>Dessert </a:t>
            </a:r>
          </a:p>
          <a:p>
            <a:pPr lvl="0" algn="ctr"/>
            <a:endParaRPr lang="en-US" sz="1600" dirty="0">
              <a:solidFill>
                <a:srgbClr val="9D1731"/>
              </a:solidFill>
            </a:endParaRPr>
          </a:p>
          <a:p>
            <a:pPr lvl="0" algn="ctr"/>
            <a:r>
              <a:rPr lang="en-US" sz="1600" dirty="0">
                <a:solidFill>
                  <a:srgbClr val="9D1731"/>
                </a:solidFill>
              </a:rPr>
              <a:t>Lemon </a:t>
            </a:r>
            <a:r>
              <a:rPr lang="en-US" sz="1600" dirty="0" smtClean="0">
                <a:solidFill>
                  <a:srgbClr val="9D1731"/>
                </a:solidFill>
              </a:rPr>
              <a:t>Shortbreads </a:t>
            </a:r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8517" y="1056770"/>
            <a:ext cx="1564471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TUESDAY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Japanese Chicken </a:t>
            </a:r>
            <a:r>
              <a:rPr lang="en-US" sz="1600" b="1" dirty="0">
                <a:solidFill>
                  <a:srgbClr val="9D1731"/>
                </a:solidFill>
              </a:rPr>
              <a:t>or </a:t>
            </a:r>
            <a:r>
              <a:rPr lang="en-US" sz="1600" b="1" dirty="0" smtClean="0">
                <a:solidFill>
                  <a:srgbClr val="9D1731"/>
                </a:solidFill>
              </a:rPr>
              <a:t>Butternut Squash Curry </a:t>
            </a:r>
            <a:r>
              <a:rPr lang="en-US" sz="1600" b="1" dirty="0">
                <a:solidFill>
                  <a:srgbClr val="9D1731"/>
                </a:solidFill>
              </a:rPr>
              <a:t>with </a:t>
            </a:r>
            <a:r>
              <a:rPr lang="en-US" sz="1600" b="1" dirty="0" smtClean="0">
                <a:solidFill>
                  <a:srgbClr val="9D1731"/>
                </a:solidFill>
              </a:rPr>
              <a:t>Rice</a:t>
            </a:r>
            <a:r>
              <a:rPr lang="en-US" sz="1600" b="1" dirty="0">
                <a:solidFill>
                  <a:srgbClr val="9D1731"/>
                </a:solidFill>
              </a:rPr>
              <a:t>,</a:t>
            </a:r>
          </a:p>
          <a:p>
            <a:pPr algn="ctr"/>
            <a:r>
              <a:rPr lang="en-US" sz="1600" b="1" dirty="0">
                <a:solidFill>
                  <a:srgbClr val="9D1731"/>
                </a:solidFill>
              </a:rPr>
              <a:t>Green </a:t>
            </a:r>
            <a:r>
              <a:rPr lang="en-US" sz="1600" b="1" dirty="0" smtClean="0">
                <a:solidFill>
                  <a:srgbClr val="9D1731"/>
                </a:solidFill>
              </a:rPr>
              <a:t>Beans </a:t>
            </a:r>
            <a:r>
              <a:rPr lang="en-US" sz="1600" b="1" dirty="0">
                <a:solidFill>
                  <a:srgbClr val="9D1731"/>
                </a:solidFill>
              </a:rPr>
              <a:t>and </a:t>
            </a:r>
            <a:r>
              <a:rPr lang="en-US" sz="1600" b="1" dirty="0" smtClean="0">
                <a:solidFill>
                  <a:srgbClr val="9D1731"/>
                </a:solidFill>
              </a:rPr>
              <a:t>Carrots </a:t>
            </a:r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 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Loaded </a:t>
            </a:r>
            <a:r>
              <a:rPr lang="en-US" sz="1400" dirty="0" smtClean="0">
                <a:solidFill>
                  <a:srgbClr val="9D1731"/>
                </a:solidFill>
              </a:rPr>
              <a:t>Jacket </a:t>
            </a:r>
            <a:r>
              <a:rPr lang="en-US" sz="1400" dirty="0">
                <a:solidFill>
                  <a:srgbClr val="9D1731"/>
                </a:solidFill>
              </a:rPr>
              <a:t>P</a:t>
            </a:r>
            <a:r>
              <a:rPr lang="en-US" sz="1400" dirty="0" smtClean="0">
                <a:solidFill>
                  <a:srgbClr val="9D1731"/>
                </a:solidFill>
              </a:rPr>
              <a:t>otatoes </a:t>
            </a:r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400" dirty="0" smtClean="0">
              <a:solidFill>
                <a:srgbClr val="9D1731"/>
              </a:solidFill>
            </a:endParaRPr>
          </a:p>
          <a:p>
            <a:pPr algn="ctr"/>
            <a:endParaRPr lang="en-US" sz="1400" dirty="0" smtClean="0">
              <a:solidFill>
                <a:srgbClr val="9D1731"/>
              </a:solidFill>
            </a:endParaRPr>
          </a:p>
          <a:p>
            <a:pPr algn="ctr"/>
            <a:endParaRPr lang="en-US" sz="1400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  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Pear and </a:t>
            </a:r>
            <a:r>
              <a:rPr lang="en-US" sz="1600" dirty="0" smtClean="0">
                <a:solidFill>
                  <a:srgbClr val="9D1731"/>
                </a:solidFill>
              </a:rPr>
              <a:t>Blackberry </a:t>
            </a:r>
            <a:r>
              <a:rPr lang="en-US" sz="1600" dirty="0">
                <a:solidFill>
                  <a:srgbClr val="9D1731"/>
                </a:solidFill>
              </a:rPr>
              <a:t>C</a:t>
            </a:r>
            <a:r>
              <a:rPr lang="en-US" sz="1600" dirty="0" smtClean="0">
                <a:solidFill>
                  <a:srgbClr val="9D1731"/>
                </a:solidFill>
              </a:rPr>
              <a:t>rumble with Cream </a:t>
            </a:r>
            <a:endParaRPr lang="en-US" sz="1600" dirty="0">
              <a:solidFill>
                <a:srgbClr val="9D173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86362" y="1056770"/>
            <a:ext cx="143278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WEDNESDAY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Roast </a:t>
            </a:r>
            <a:r>
              <a:rPr lang="en-US" sz="1600" b="1" dirty="0">
                <a:solidFill>
                  <a:srgbClr val="9D1731"/>
                </a:solidFill>
              </a:rPr>
              <a:t>Beef or Roast Chicken with Yorkshire </a:t>
            </a:r>
            <a:r>
              <a:rPr lang="en-US" sz="1600" b="1" dirty="0" smtClean="0">
                <a:solidFill>
                  <a:srgbClr val="9D1731"/>
                </a:solidFill>
              </a:rPr>
              <a:t>Puddings</a:t>
            </a:r>
            <a:r>
              <a:rPr lang="en-US" sz="1600" b="1" dirty="0">
                <a:solidFill>
                  <a:srgbClr val="9D1731"/>
                </a:solidFill>
              </a:rPr>
              <a:t>, Roast </a:t>
            </a:r>
            <a:r>
              <a:rPr lang="en-US" sz="1600" b="1" dirty="0" smtClean="0">
                <a:solidFill>
                  <a:srgbClr val="9D1731"/>
                </a:solidFill>
              </a:rPr>
              <a:t>Potatoes Carrots &amp; Parsnips</a:t>
            </a:r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algn="ctr"/>
            <a:r>
              <a:rPr lang="en-US" sz="1400" dirty="0">
                <a:solidFill>
                  <a:srgbClr val="9D1731"/>
                </a:solidFill>
              </a:rPr>
              <a:t>Macaroni </a:t>
            </a:r>
            <a:r>
              <a:rPr lang="en-US" sz="1400" dirty="0" smtClean="0">
                <a:solidFill>
                  <a:srgbClr val="9D1731"/>
                </a:solidFill>
              </a:rPr>
              <a:t>Cheese</a:t>
            </a:r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400" dirty="0">
              <a:solidFill>
                <a:srgbClr val="9D1731"/>
              </a:solidFill>
            </a:endParaRPr>
          </a:p>
          <a:p>
            <a:pPr algn="ctr"/>
            <a:endParaRPr lang="en-US" sz="1400" dirty="0" smtClean="0">
              <a:solidFill>
                <a:srgbClr val="9D1731"/>
              </a:solidFill>
            </a:endParaRPr>
          </a:p>
          <a:p>
            <a:pPr algn="ctr"/>
            <a:endParaRPr lang="en-US" sz="1400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 </a:t>
            </a:r>
          </a:p>
          <a:p>
            <a:pPr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Fruity </a:t>
            </a:r>
            <a:r>
              <a:rPr lang="en-US" sz="1600" dirty="0" smtClean="0">
                <a:solidFill>
                  <a:srgbClr val="9D1731"/>
                </a:solidFill>
              </a:rPr>
              <a:t>Jelly </a:t>
            </a:r>
            <a:endParaRPr lang="en-US" sz="1600" dirty="0">
              <a:solidFill>
                <a:srgbClr val="9D173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30023" y="1056769"/>
            <a:ext cx="140206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THURSDAY</a:t>
            </a: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  <a:p>
            <a:pPr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algn="ctr"/>
            <a:r>
              <a:rPr lang="en-US" sz="1600" b="1" dirty="0" smtClean="0">
                <a:solidFill>
                  <a:srgbClr val="9D1731"/>
                </a:solidFill>
              </a:rPr>
              <a:t>Chicken or Beef Burgers; Potato Wedges, Peas </a:t>
            </a:r>
            <a:r>
              <a:rPr lang="en-US" sz="1600" b="1" dirty="0">
                <a:solidFill>
                  <a:srgbClr val="9D1731"/>
                </a:solidFill>
              </a:rPr>
              <a:t>and </a:t>
            </a:r>
            <a:r>
              <a:rPr lang="en-US" sz="1600" b="1" dirty="0" smtClean="0">
                <a:solidFill>
                  <a:srgbClr val="9D1731"/>
                </a:solidFill>
              </a:rPr>
              <a:t>Broccoli </a:t>
            </a:r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 smtClean="0">
              <a:solidFill>
                <a:srgbClr val="9D1731"/>
              </a:solidFill>
            </a:endParaRPr>
          </a:p>
          <a:p>
            <a:pPr algn="ctr"/>
            <a:endParaRPr lang="en-US" sz="1600" b="1" dirty="0" smtClean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lvl="0" algn="ctr"/>
            <a:r>
              <a:rPr lang="en-US" sz="1400" dirty="0">
                <a:solidFill>
                  <a:srgbClr val="9D1731"/>
                </a:solidFill>
              </a:rPr>
              <a:t>Red Thai Noodle Soup or </a:t>
            </a:r>
          </a:p>
          <a:p>
            <a:pPr lvl="0" algn="ctr"/>
            <a:r>
              <a:rPr lang="en-US" sz="1400" dirty="0">
                <a:solidFill>
                  <a:srgbClr val="9D1731"/>
                </a:solidFill>
              </a:rPr>
              <a:t>Chicken &amp; Noodle Stir-Fry </a:t>
            </a:r>
          </a:p>
          <a:p>
            <a:pPr algn="ctr"/>
            <a:r>
              <a:rPr lang="en-US" sz="1400" b="1" dirty="0" smtClean="0">
                <a:solidFill>
                  <a:srgbClr val="9D1731"/>
                </a:solidFill>
              </a:rPr>
              <a:t>  </a:t>
            </a:r>
            <a:endParaRPr lang="en-US" sz="1400" b="1" dirty="0">
              <a:solidFill>
                <a:srgbClr val="9D1731"/>
              </a:solidFill>
            </a:endParaRPr>
          </a:p>
          <a:p>
            <a:pPr algn="ctr"/>
            <a:r>
              <a:rPr lang="en-US" sz="1600" u="sng" dirty="0">
                <a:solidFill>
                  <a:srgbClr val="9D1731"/>
                </a:solidFill>
              </a:rPr>
              <a:t>Dessert</a:t>
            </a:r>
            <a:r>
              <a:rPr lang="en-US" sz="1600" b="1" u="sng" dirty="0">
                <a:solidFill>
                  <a:srgbClr val="9D1731"/>
                </a:solidFill>
              </a:rPr>
              <a:t> </a:t>
            </a: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Chocolate </a:t>
            </a:r>
            <a:r>
              <a:rPr lang="en-US" sz="1600" dirty="0" smtClean="0">
                <a:solidFill>
                  <a:srgbClr val="9D1731"/>
                </a:solidFill>
              </a:rPr>
              <a:t>Sponge </a:t>
            </a:r>
            <a:r>
              <a:rPr lang="en-US" sz="1600" dirty="0">
                <a:solidFill>
                  <a:srgbClr val="9D1731"/>
                </a:solidFill>
              </a:rPr>
              <a:t>and </a:t>
            </a:r>
            <a:r>
              <a:rPr lang="en-US" sz="1600" dirty="0" smtClean="0">
                <a:solidFill>
                  <a:srgbClr val="9D1731"/>
                </a:solidFill>
              </a:rPr>
              <a:t>Custard</a:t>
            </a:r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600" b="1" dirty="0">
              <a:solidFill>
                <a:srgbClr val="9D173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2082" y="1067333"/>
            <a:ext cx="143703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D1731"/>
                </a:solidFill>
              </a:rPr>
              <a:t>FRIDAY</a:t>
            </a:r>
          </a:p>
          <a:p>
            <a:pPr lvl="0" algn="ctr"/>
            <a:endParaRPr lang="en-US" sz="1200" b="1" dirty="0">
              <a:solidFill>
                <a:srgbClr val="9D1731"/>
              </a:solidFill>
            </a:endParaRPr>
          </a:p>
          <a:p>
            <a:pPr lvl="0" algn="ctr"/>
            <a:r>
              <a:rPr lang="en-US" sz="1600" b="1" u="sng" dirty="0" smtClean="0">
                <a:solidFill>
                  <a:srgbClr val="9D1731"/>
                </a:solidFill>
              </a:rPr>
              <a:t>Mains</a:t>
            </a:r>
          </a:p>
          <a:p>
            <a:pPr lvl="0" algn="ctr"/>
            <a:r>
              <a:rPr lang="en-US" sz="1600" b="1" dirty="0" smtClean="0">
                <a:solidFill>
                  <a:srgbClr val="9D1731"/>
                </a:solidFill>
              </a:rPr>
              <a:t>Breaded Fish </a:t>
            </a:r>
            <a:r>
              <a:rPr lang="en-US" sz="1600" b="1" dirty="0">
                <a:solidFill>
                  <a:srgbClr val="9D1731"/>
                </a:solidFill>
              </a:rPr>
              <a:t>F</a:t>
            </a:r>
            <a:r>
              <a:rPr lang="en-US" sz="1600" b="1" dirty="0" smtClean="0">
                <a:solidFill>
                  <a:srgbClr val="9D1731"/>
                </a:solidFill>
              </a:rPr>
              <a:t>illets </a:t>
            </a:r>
            <a:r>
              <a:rPr lang="en-US" sz="1600" b="1" dirty="0">
                <a:solidFill>
                  <a:srgbClr val="9D1731"/>
                </a:solidFill>
              </a:rPr>
              <a:t>with </a:t>
            </a:r>
            <a:r>
              <a:rPr lang="en-US" sz="1600" b="1" dirty="0" smtClean="0">
                <a:solidFill>
                  <a:srgbClr val="9D1731"/>
                </a:solidFill>
              </a:rPr>
              <a:t>Chipped Potatoes </a:t>
            </a:r>
            <a:r>
              <a:rPr lang="en-US" sz="1600" b="1" dirty="0">
                <a:solidFill>
                  <a:srgbClr val="9D1731"/>
                </a:solidFill>
              </a:rPr>
              <a:t>and  </a:t>
            </a:r>
            <a:r>
              <a:rPr lang="en-US" sz="1600" b="1" dirty="0" smtClean="0">
                <a:solidFill>
                  <a:srgbClr val="9D1731"/>
                </a:solidFill>
              </a:rPr>
              <a:t>Mushy </a:t>
            </a:r>
            <a:r>
              <a:rPr lang="en-US" sz="1600" b="1" dirty="0">
                <a:solidFill>
                  <a:srgbClr val="9D1731"/>
                </a:solidFill>
              </a:rPr>
              <a:t>P</a:t>
            </a:r>
            <a:r>
              <a:rPr lang="en-US" sz="1600" b="1" dirty="0" smtClean="0">
                <a:solidFill>
                  <a:srgbClr val="9D1731"/>
                </a:solidFill>
              </a:rPr>
              <a:t>eas</a:t>
            </a:r>
            <a:r>
              <a:rPr lang="en-US" sz="1600" b="1" dirty="0">
                <a:solidFill>
                  <a:srgbClr val="9D1731"/>
                </a:solidFill>
              </a:rPr>
              <a:t>.</a:t>
            </a:r>
          </a:p>
          <a:p>
            <a:pPr lvl="0" algn="ctr"/>
            <a:r>
              <a:rPr lang="en-US" sz="1600" b="1" dirty="0">
                <a:solidFill>
                  <a:srgbClr val="9D1731"/>
                </a:solidFill>
              </a:rPr>
              <a:t>Soy </a:t>
            </a:r>
            <a:r>
              <a:rPr lang="en-US" sz="1600" b="1" dirty="0" smtClean="0">
                <a:solidFill>
                  <a:srgbClr val="9D1731"/>
                </a:solidFill>
              </a:rPr>
              <a:t>Sauce </a:t>
            </a:r>
            <a:r>
              <a:rPr lang="en-US" sz="1600" b="1" dirty="0">
                <a:solidFill>
                  <a:srgbClr val="9D1731"/>
                </a:solidFill>
              </a:rPr>
              <a:t>B</a:t>
            </a:r>
            <a:r>
              <a:rPr lang="en-US" sz="1600" b="1" dirty="0" smtClean="0">
                <a:solidFill>
                  <a:srgbClr val="9D1731"/>
                </a:solidFill>
              </a:rPr>
              <a:t>aked Salmon </a:t>
            </a:r>
            <a:r>
              <a:rPr lang="en-US" sz="1600" b="1" dirty="0">
                <a:solidFill>
                  <a:srgbClr val="9D1731"/>
                </a:solidFill>
              </a:rPr>
              <a:t>fillets.</a:t>
            </a:r>
          </a:p>
          <a:p>
            <a:pPr lvl="0" algn="ctr"/>
            <a:endParaRPr lang="en-US" sz="1600" dirty="0">
              <a:solidFill>
                <a:srgbClr val="9D1731"/>
              </a:solidFill>
            </a:endParaRPr>
          </a:p>
          <a:p>
            <a:pPr lvl="0" algn="ctr"/>
            <a:r>
              <a:rPr lang="en-US" sz="1400" u="sng" dirty="0" smtClean="0">
                <a:solidFill>
                  <a:srgbClr val="9D1731"/>
                </a:solidFill>
              </a:rPr>
              <a:t>Alternative</a:t>
            </a:r>
            <a:endParaRPr lang="en-US" sz="1400" u="sng" dirty="0">
              <a:solidFill>
                <a:srgbClr val="9D1731"/>
              </a:solidFill>
            </a:endParaRPr>
          </a:p>
          <a:p>
            <a:pPr lvl="0" algn="ctr"/>
            <a:r>
              <a:rPr lang="en-US" sz="1400" dirty="0">
                <a:solidFill>
                  <a:srgbClr val="9D1731"/>
                </a:solidFill>
              </a:rPr>
              <a:t>Vegetarian </a:t>
            </a:r>
            <a:r>
              <a:rPr lang="en-US" sz="1400" dirty="0" smtClean="0">
                <a:solidFill>
                  <a:srgbClr val="9D1731"/>
                </a:solidFill>
              </a:rPr>
              <a:t>Chilli </a:t>
            </a:r>
            <a:r>
              <a:rPr lang="en-US" sz="1400" dirty="0">
                <a:solidFill>
                  <a:srgbClr val="9D1731"/>
                </a:solidFill>
              </a:rPr>
              <a:t>with </a:t>
            </a:r>
            <a:r>
              <a:rPr lang="en-US" sz="1400" dirty="0" smtClean="0">
                <a:solidFill>
                  <a:srgbClr val="9D1731"/>
                </a:solidFill>
              </a:rPr>
              <a:t>Rice </a:t>
            </a:r>
            <a:endParaRPr lang="en-US" sz="1400" dirty="0">
              <a:solidFill>
                <a:srgbClr val="9D1731"/>
              </a:solidFill>
            </a:endParaRPr>
          </a:p>
          <a:p>
            <a:pPr lvl="0" algn="ctr"/>
            <a:endParaRPr lang="en-US" sz="1400" dirty="0">
              <a:solidFill>
                <a:srgbClr val="9D1731"/>
              </a:solidFill>
            </a:endParaRPr>
          </a:p>
          <a:p>
            <a:pPr lvl="0" algn="ctr"/>
            <a:endParaRPr lang="en-US" sz="1400" dirty="0" smtClean="0">
              <a:solidFill>
                <a:srgbClr val="9D1731"/>
              </a:solidFill>
            </a:endParaRPr>
          </a:p>
          <a:p>
            <a:pPr lvl="0" algn="ctr"/>
            <a:endParaRPr lang="en-US" sz="1400" dirty="0">
              <a:solidFill>
                <a:srgbClr val="9D1731"/>
              </a:solidFill>
            </a:endParaRPr>
          </a:p>
          <a:p>
            <a:pPr lvl="0" algn="ctr"/>
            <a:r>
              <a:rPr lang="en-US" sz="1600" u="sng" dirty="0">
                <a:solidFill>
                  <a:srgbClr val="9D1731"/>
                </a:solidFill>
              </a:rPr>
              <a:t>Dessert</a:t>
            </a:r>
          </a:p>
          <a:p>
            <a:pPr lvl="0" algn="ctr"/>
            <a:endParaRPr lang="en-US" sz="1600" dirty="0">
              <a:solidFill>
                <a:srgbClr val="9D1731"/>
              </a:solidFill>
            </a:endParaRPr>
          </a:p>
          <a:p>
            <a:pPr algn="ctr"/>
            <a:r>
              <a:rPr lang="en-US" sz="1600" dirty="0">
                <a:solidFill>
                  <a:srgbClr val="9D1731"/>
                </a:solidFill>
              </a:rPr>
              <a:t>Jam </a:t>
            </a:r>
            <a:r>
              <a:rPr lang="en-US" sz="1600" dirty="0" smtClean="0">
                <a:solidFill>
                  <a:srgbClr val="9D1731"/>
                </a:solidFill>
              </a:rPr>
              <a:t>Swiss </a:t>
            </a:r>
            <a:r>
              <a:rPr lang="en-US" sz="1600" dirty="0">
                <a:solidFill>
                  <a:srgbClr val="9D1731"/>
                </a:solidFill>
              </a:rPr>
              <a:t>R</a:t>
            </a:r>
            <a:r>
              <a:rPr lang="en-US" sz="1600" dirty="0" smtClean="0">
                <a:solidFill>
                  <a:srgbClr val="9D1731"/>
                </a:solidFill>
              </a:rPr>
              <a:t>oll</a:t>
            </a:r>
            <a:endParaRPr lang="en-US" sz="1600" dirty="0">
              <a:solidFill>
                <a:srgbClr val="9D1731"/>
              </a:solidFill>
            </a:endParaRPr>
          </a:p>
          <a:p>
            <a:pPr algn="ctr"/>
            <a:endParaRPr lang="en-US" sz="1200" dirty="0">
              <a:solidFill>
                <a:srgbClr val="9D173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66457" y="200733"/>
            <a:ext cx="3381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9D1731"/>
                </a:solidFill>
              </a:rPr>
              <a:t>14/1/19, 4/2/19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223586" y="9801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426</Words>
  <Application>Microsoft Office PowerPoint</Application>
  <PresentationFormat>A4 Paper (210x297 mm)</PresentationFormat>
  <Paragraphs>220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 Boughton</dc:creator>
  <cp:lastModifiedBy>Gail James</cp:lastModifiedBy>
  <cp:revision>60</cp:revision>
  <cp:lastPrinted>2019-01-03T12:59:46Z</cp:lastPrinted>
  <dcterms:created xsi:type="dcterms:W3CDTF">2018-03-19T09:09:23Z</dcterms:created>
  <dcterms:modified xsi:type="dcterms:W3CDTF">2019-01-07T12:19:05Z</dcterms:modified>
</cp:coreProperties>
</file>